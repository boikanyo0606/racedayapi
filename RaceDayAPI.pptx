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8D9652-C481-42C0-9185-1EB4AFCD2221}" type="doc">
      <dgm:prSet loTypeId="urn:microsoft.com/office/officeart/2005/8/layout/vList2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647AF2D-A5B6-48E6-9FF8-5D1DA417F56F}">
      <dgm:prSet/>
      <dgm:spPr/>
      <dgm:t>
        <a:bodyPr/>
        <a:lstStyle/>
        <a:p>
          <a:r>
            <a:rPr lang="en-ZA" b="1"/>
            <a:t>User:</a:t>
          </a:r>
          <a:r>
            <a:rPr lang="en-ZA"/>
            <a:t> Base entity for authentication (Email, PasswordHash, Role).</a:t>
          </a:r>
          <a:endParaRPr lang="en-US"/>
        </a:p>
      </dgm:t>
    </dgm:pt>
    <dgm:pt modelId="{9B5308BE-113C-4B74-A440-D4A2F6C70407}" type="parTrans" cxnId="{35D2F30F-022B-4EDC-BFD9-784D6F261F9F}">
      <dgm:prSet/>
      <dgm:spPr/>
      <dgm:t>
        <a:bodyPr/>
        <a:lstStyle/>
        <a:p>
          <a:endParaRPr lang="en-US"/>
        </a:p>
      </dgm:t>
    </dgm:pt>
    <dgm:pt modelId="{1DF3C4C6-DF5C-403D-9F6F-A59F881FB987}" type="sibTrans" cxnId="{35D2F30F-022B-4EDC-BFD9-784D6F261F9F}">
      <dgm:prSet/>
      <dgm:spPr/>
      <dgm:t>
        <a:bodyPr/>
        <a:lstStyle/>
        <a:p>
          <a:endParaRPr lang="en-US"/>
        </a:p>
      </dgm:t>
    </dgm:pt>
    <dgm:pt modelId="{2068A18C-E80C-4409-81D3-4F717F6BAF25}">
      <dgm:prSet/>
      <dgm:spPr/>
      <dgm:t>
        <a:bodyPr/>
        <a:lstStyle/>
        <a:p>
          <a:r>
            <a:rPr lang="en-ZA" b="1"/>
            <a:t>Organiser:</a:t>
          </a:r>
          <a:r>
            <a:rPr lang="en-ZA"/>
            <a:t> Manages events and records results.</a:t>
          </a:r>
          <a:endParaRPr lang="en-US"/>
        </a:p>
      </dgm:t>
    </dgm:pt>
    <dgm:pt modelId="{002D6C4B-4AE5-4862-B03A-EE178AF2FC75}" type="parTrans" cxnId="{B299AA18-B829-4FED-8253-C54BE2FCDDAF}">
      <dgm:prSet/>
      <dgm:spPr/>
      <dgm:t>
        <a:bodyPr/>
        <a:lstStyle/>
        <a:p>
          <a:endParaRPr lang="en-US"/>
        </a:p>
      </dgm:t>
    </dgm:pt>
    <dgm:pt modelId="{5232B4D5-9AE9-45D7-AA22-63A1644B690E}" type="sibTrans" cxnId="{B299AA18-B829-4FED-8253-C54BE2FCDDAF}">
      <dgm:prSet/>
      <dgm:spPr/>
      <dgm:t>
        <a:bodyPr/>
        <a:lstStyle/>
        <a:p>
          <a:endParaRPr lang="en-US"/>
        </a:p>
      </dgm:t>
    </dgm:pt>
    <dgm:pt modelId="{4CDB62E1-9C3D-43C0-94A6-5FC5CAEB6BFE}">
      <dgm:prSet/>
      <dgm:spPr/>
      <dgm:t>
        <a:bodyPr/>
        <a:lstStyle/>
        <a:p>
          <a:r>
            <a:rPr lang="en-ZA" b="1"/>
            <a:t>Participant:</a:t>
          </a:r>
          <a:r>
            <a:rPr lang="en-ZA"/>
            <a:t> Enrolls in races and receives results.</a:t>
          </a:r>
          <a:endParaRPr lang="en-US"/>
        </a:p>
      </dgm:t>
    </dgm:pt>
    <dgm:pt modelId="{14DF1D14-DD60-47BF-8201-A51640ACF47C}" type="parTrans" cxnId="{D8084C02-61C3-4154-BFA1-7C9C4CBBAB71}">
      <dgm:prSet/>
      <dgm:spPr/>
      <dgm:t>
        <a:bodyPr/>
        <a:lstStyle/>
        <a:p>
          <a:endParaRPr lang="en-US"/>
        </a:p>
      </dgm:t>
    </dgm:pt>
    <dgm:pt modelId="{F8EEDE61-87ED-44AB-AD6B-96572DD65657}" type="sibTrans" cxnId="{D8084C02-61C3-4154-BFA1-7C9C4CBBAB71}">
      <dgm:prSet/>
      <dgm:spPr/>
      <dgm:t>
        <a:bodyPr/>
        <a:lstStyle/>
        <a:p>
          <a:endParaRPr lang="en-US"/>
        </a:p>
      </dgm:t>
    </dgm:pt>
    <dgm:pt modelId="{63F5A51B-1A78-46B9-92E3-A8773C2864FB}">
      <dgm:prSet/>
      <dgm:spPr/>
      <dgm:t>
        <a:bodyPr/>
        <a:lstStyle/>
        <a:p>
          <a:r>
            <a:rPr lang="en-ZA" b="1"/>
            <a:t>RaceEvent &amp; Category:</a:t>
          </a:r>
          <a:r>
            <a:rPr lang="en-ZA"/>
            <a:t> Defines the race details and distances (e.g., 10km, 21km).</a:t>
          </a:r>
          <a:endParaRPr lang="en-US"/>
        </a:p>
      </dgm:t>
    </dgm:pt>
    <dgm:pt modelId="{418E36F6-EDE3-42BE-B824-223EFF061999}" type="parTrans" cxnId="{B9B3B29A-C6DB-4C77-A621-BE7BEDD6A7B4}">
      <dgm:prSet/>
      <dgm:spPr/>
      <dgm:t>
        <a:bodyPr/>
        <a:lstStyle/>
        <a:p>
          <a:endParaRPr lang="en-US"/>
        </a:p>
      </dgm:t>
    </dgm:pt>
    <dgm:pt modelId="{598A9CB5-1F79-4435-A00A-CEB9EA82AA6F}" type="sibTrans" cxnId="{B9B3B29A-C6DB-4C77-A621-BE7BEDD6A7B4}">
      <dgm:prSet/>
      <dgm:spPr/>
      <dgm:t>
        <a:bodyPr/>
        <a:lstStyle/>
        <a:p>
          <a:endParaRPr lang="en-US"/>
        </a:p>
      </dgm:t>
    </dgm:pt>
    <dgm:pt modelId="{D2AE1E5F-C718-4159-A852-17108C002A6D}">
      <dgm:prSet/>
      <dgm:spPr/>
      <dgm:t>
        <a:bodyPr/>
        <a:lstStyle/>
        <a:p>
          <a:r>
            <a:rPr lang="en-ZA" b="1"/>
            <a:t>Enrollment &amp; RaceResult:</a:t>
          </a:r>
          <a:r>
            <a:rPr lang="en-ZA"/>
            <a:t> Links participants to categories and stores finish times.</a:t>
          </a:r>
          <a:endParaRPr lang="en-US"/>
        </a:p>
      </dgm:t>
    </dgm:pt>
    <dgm:pt modelId="{E9093B8B-3A7D-499E-8C5D-2F1E8C0560F4}" type="parTrans" cxnId="{3E125DA4-9EDE-4114-81D4-3A67656B9A27}">
      <dgm:prSet/>
      <dgm:spPr/>
      <dgm:t>
        <a:bodyPr/>
        <a:lstStyle/>
        <a:p>
          <a:endParaRPr lang="en-US"/>
        </a:p>
      </dgm:t>
    </dgm:pt>
    <dgm:pt modelId="{F6E0F14B-6C1D-45BC-8C34-A9B77F21BA68}" type="sibTrans" cxnId="{3E125DA4-9EDE-4114-81D4-3A67656B9A27}">
      <dgm:prSet/>
      <dgm:spPr/>
      <dgm:t>
        <a:bodyPr/>
        <a:lstStyle/>
        <a:p>
          <a:endParaRPr lang="en-US"/>
        </a:p>
      </dgm:t>
    </dgm:pt>
    <dgm:pt modelId="{E0D1BF5A-70EE-4E9A-B26D-8F28D8C4D2B0}" type="pres">
      <dgm:prSet presAssocID="{E68D9652-C481-42C0-9185-1EB4AFCD2221}" presName="linear" presStyleCnt="0">
        <dgm:presLayoutVars>
          <dgm:animLvl val="lvl"/>
          <dgm:resizeHandles val="exact"/>
        </dgm:presLayoutVars>
      </dgm:prSet>
      <dgm:spPr/>
    </dgm:pt>
    <dgm:pt modelId="{3BBD1B3D-AC2D-463C-A398-FFAE2DFD0234}" type="pres">
      <dgm:prSet presAssocID="{5647AF2D-A5B6-48E6-9FF8-5D1DA417F56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2186E63-D243-4249-B497-46639FB89CC7}" type="pres">
      <dgm:prSet presAssocID="{1DF3C4C6-DF5C-403D-9F6F-A59F881FB987}" presName="spacer" presStyleCnt="0"/>
      <dgm:spPr/>
    </dgm:pt>
    <dgm:pt modelId="{B5B77064-1F33-4E8C-8777-9783F3B68926}" type="pres">
      <dgm:prSet presAssocID="{2068A18C-E80C-4409-81D3-4F717F6BAF2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7181A9C-C48A-4CB6-8E24-6372DC87A665}" type="pres">
      <dgm:prSet presAssocID="{5232B4D5-9AE9-45D7-AA22-63A1644B690E}" presName="spacer" presStyleCnt="0"/>
      <dgm:spPr/>
    </dgm:pt>
    <dgm:pt modelId="{6DBF5A8B-2E9D-457B-8F12-8763B5E984A5}" type="pres">
      <dgm:prSet presAssocID="{4CDB62E1-9C3D-43C0-94A6-5FC5CAEB6BF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A5ED9B6-1799-4131-AC90-76CCC6175A78}" type="pres">
      <dgm:prSet presAssocID="{F8EEDE61-87ED-44AB-AD6B-96572DD65657}" presName="spacer" presStyleCnt="0"/>
      <dgm:spPr/>
    </dgm:pt>
    <dgm:pt modelId="{FF920D4F-1F76-4ADF-B02C-3409B376614B}" type="pres">
      <dgm:prSet presAssocID="{63F5A51B-1A78-46B9-92E3-A8773C2864F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342CDA5-4D7C-4D0F-9C22-98E1EBF1104F}" type="pres">
      <dgm:prSet presAssocID="{598A9CB5-1F79-4435-A00A-CEB9EA82AA6F}" presName="spacer" presStyleCnt="0"/>
      <dgm:spPr/>
    </dgm:pt>
    <dgm:pt modelId="{3639C9FE-6C03-4D73-AC90-7C72DE3C9621}" type="pres">
      <dgm:prSet presAssocID="{D2AE1E5F-C718-4159-A852-17108C002A6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8084C02-61C3-4154-BFA1-7C9C4CBBAB71}" srcId="{E68D9652-C481-42C0-9185-1EB4AFCD2221}" destId="{4CDB62E1-9C3D-43C0-94A6-5FC5CAEB6BFE}" srcOrd="2" destOrd="0" parTransId="{14DF1D14-DD60-47BF-8201-A51640ACF47C}" sibTransId="{F8EEDE61-87ED-44AB-AD6B-96572DD65657}"/>
    <dgm:cxn modelId="{35D2F30F-022B-4EDC-BFD9-784D6F261F9F}" srcId="{E68D9652-C481-42C0-9185-1EB4AFCD2221}" destId="{5647AF2D-A5B6-48E6-9FF8-5D1DA417F56F}" srcOrd="0" destOrd="0" parTransId="{9B5308BE-113C-4B74-A440-D4A2F6C70407}" sibTransId="{1DF3C4C6-DF5C-403D-9F6F-A59F881FB987}"/>
    <dgm:cxn modelId="{B299AA18-B829-4FED-8253-C54BE2FCDDAF}" srcId="{E68D9652-C481-42C0-9185-1EB4AFCD2221}" destId="{2068A18C-E80C-4409-81D3-4F717F6BAF25}" srcOrd="1" destOrd="0" parTransId="{002D6C4B-4AE5-4862-B03A-EE178AF2FC75}" sibTransId="{5232B4D5-9AE9-45D7-AA22-63A1644B690E}"/>
    <dgm:cxn modelId="{18AD002A-DC5C-4F30-B03D-861D49682D09}" type="presOf" srcId="{63F5A51B-1A78-46B9-92E3-A8773C2864FB}" destId="{FF920D4F-1F76-4ADF-B02C-3409B376614B}" srcOrd="0" destOrd="0" presId="urn:microsoft.com/office/officeart/2005/8/layout/vList2"/>
    <dgm:cxn modelId="{95E6395B-F117-4BB8-89C6-D81C965657D0}" type="presOf" srcId="{D2AE1E5F-C718-4159-A852-17108C002A6D}" destId="{3639C9FE-6C03-4D73-AC90-7C72DE3C9621}" srcOrd="0" destOrd="0" presId="urn:microsoft.com/office/officeart/2005/8/layout/vList2"/>
    <dgm:cxn modelId="{4C5DB25D-4154-4A38-B360-2CA598854C7C}" type="presOf" srcId="{4CDB62E1-9C3D-43C0-94A6-5FC5CAEB6BFE}" destId="{6DBF5A8B-2E9D-457B-8F12-8763B5E984A5}" srcOrd="0" destOrd="0" presId="urn:microsoft.com/office/officeart/2005/8/layout/vList2"/>
    <dgm:cxn modelId="{F8B79585-806F-42EA-A7C3-2EC57F3E0D1A}" type="presOf" srcId="{5647AF2D-A5B6-48E6-9FF8-5D1DA417F56F}" destId="{3BBD1B3D-AC2D-463C-A398-FFAE2DFD0234}" srcOrd="0" destOrd="0" presId="urn:microsoft.com/office/officeart/2005/8/layout/vList2"/>
    <dgm:cxn modelId="{B9B3B29A-C6DB-4C77-A621-BE7BEDD6A7B4}" srcId="{E68D9652-C481-42C0-9185-1EB4AFCD2221}" destId="{63F5A51B-1A78-46B9-92E3-A8773C2864FB}" srcOrd="3" destOrd="0" parTransId="{418E36F6-EDE3-42BE-B824-223EFF061999}" sibTransId="{598A9CB5-1F79-4435-A00A-CEB9EA82AA6F}"/>
    <dgm:cxn modelId="{3E125DA4-9EDE-4114-81D4-3A67656B9A27}" srcId="{E68D9652-C481-42C0-9185-1EB4AFCD2221}" destId="{D2AE1E5F-C718-4159-A852-17108C002A6D}" srcOrd="4" destOrd="0" parTransId="{E9093B8B-3A7D-499E-8C5D-2F1E8C0560F4}" sibTransId="{F6E0F14B-6C1D-45BC-8C34-A9B77F21BA68}"/>
    <dgm:cxn modelId="{2B7E8AC7-A21D-45A6-838A-AA1E39BC3F9C}" type="presOf" srcId="{E68D9652-C481-42C0-9185-1EB4AFCD2221}" destId="{E0D1BF5A-70EE-4E9A-B26D-8F28D8C4D2B0}" srcOrd="0" destOrd="0" presId="urn:microsoft.com/office/officeart/2005/8/layout/vList2"/>
    <dgm:cxn modelId="{8CE7E9D6-EFED-4BC1-9D8E-75659416A577}" type="presOf" srcId="{2068A18C-E80C-4409-81D3-4F717F6BAF25}" destId="{B5B77064-1F33-4E8C-8777-9783F3B68926}" srcOrd="0" destOrd="0" presId="urn:microsoft.com/office/officeart/2005/8/layout/vList2"/>
    <dgm:cxn modelId="{443C787B-4D5A-43CF-9F74-97B6B973FEFD}" type="presParOf" srcId="{E0D1BF5A-70EE-4E9A-B26D-8F28D8C4D2B0}" destId="{3BBD1B3D-AC2D-463C-A398-FFAE2DFD0234}" srcOrd="0" destOrd="0" presId="urn:microsoft.com/office/officeart/2005/8/layout/vList2"/>
    <dgm:cxn modelId="{2FC9B076-F82B-48BF-B2E7-3E7C9258185E}" type="presParOf" srcId="{E0D1BF5A-70EE-4E9A-B26D-8F28D8C4D2B0}" destId="{92186E63-D243-4249-B497-46639FB89CC7}" srcOrd="1" destOrd="0" presId="urn:microsoft.com/office/officeart/2005/8/layout/vList2"/>
    <dgm:cxn modelId="{49EE8F66-C67C-4143-A00E-A84B3679D373}" type="presParOf" srcId="{E0D1BF5A-70EE-4E9A-B26D-8F28D8C4D2B0}" destId="{B5B77064-1F33-4E8C-8777-9783F3B68926}" srcOrd="2" destOrd="0" presId="urn:microsoft.com/office/officeart/2005/8/layout/vList2"/>
    <dgm:cxn modelId="{B8A6A992-4B66-4CFF-8896-503DA124262C}" type="presParOf" srcId="{E0D1BF5A-70EE-4E9A-B26D-8F28D8C4D2B0}" destId="{F7181A9C-C48A-4CB6-8E24-6372DC87A665}" srcOrd="3" destOrd="0" presId="urn:microsoft.com/office/officeart/2005/8/layout/vList2"/>
    <dgm:cxn modelId="{E8E8582A-F313-45C8-AE01-B09205399E1F}" type="presParOf" srcId="{E0D1BF5A-70EE-4E9A-B26D-8F28D8C4D2B0}" destId="{6DBF5A8B-2E9D-457B-8F12-8763B5E984A5}" srcOrd="4" destOrd="0" presId="urn:microsoft.com/office/officeart/2005/8/layout/vList2"/>
    <dgm:cxn modelId="{3B9CF721-23BD-4D9F-AC4A-0962CD3C3980}" type="presParOf" srcId="{E0D1BF5A-70EE-4E9A-B26D-8F28D8C4D2B0}" destId="{2A5ED9B6-1799-4131-AC90-76CCC6175A78}" srcOrd="5" destOrd="0" presId="urn:microsoft.com/office/officeart/2005/8/layout/vList2"/>
    <dgm:cxn modelId="{EA137743-6A34-45B9-99AB-E660BD0C23B2}" type="presParOf" srcId="{E0D1BF5A-70EE-4E9A-B26D-8F28D8C4D2B0}" destId="{FF920D4F-1F76-4ADF-B02C-3409B376614B}" srcOrd="6" destOrd="0" presId="urn:microsoft.com/office/officeart/2005/8/layout/vList2"/>
    <dgm:cxn modelId="{2AD4F831-DF25-43E0-89B9-9811ED1FC644}" type="presParOf" srcId="{E0D1BF5A-70EE-4E9A-B26D-8F28D8C4D2B0}" destId="{F342CDA5-4D7C-4D0F-9C22-98E1EBF1104F}" srcOrd="7" destOrd="0" presId="urn:microsoft.com/office/officeart/2005/8/layout/vList2"/>
    <dgm:cxn modelId="{A97E5B87-18FB-450B-A2C3-70838BA56E75}" type="presParOf" srcId="{E0D1BF5A-70EE-4E9A-B26D-8F28D8C4D2B0}" destId="{3639C9FE-6C03-4D73-AC90-7C72DE3C962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CCC77C-53C4-42AA-98CD-DEABB635196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D3145E7-D2FA-4A6E-A513-7F123BEFFFB0}">
      <dgm:prSet/>
      <dgm:spPr/>
      <dgm:t>
        <a:bodyPr/>
        <a:lstStyle/>
        <a:p>
          <a:r>
            <a:rPr lang="en-ZA" b="1"/>
            <a:t>JWT Authentication:</a:t>
          </a:r>
          <a:endParaRPr lang="en-US"/>
        </a:p>
      </dgm:t>
    </dgm:pt>
    <dgm:pt modelId="{3924EC26-8D08-41A1-9CDB-BF03093B7E6F}" type="parTrans" cxnId="{DAA408B9-0A84-4D0B-A9EF-4E87F786CC98}">
      <dgm:prSet/>
      <dgm:spPr/>
      <dgm:t>
        <a:bodyPr/>
        <a:lstStyle/>
        <a:p>
          <a:endParaRPr lang="en-US"/>
        </a:p>
      </dgm:t>
    </dgm:pt>
    <dgm:pt modelId="{1C917050-7168-4E71-A164-F4786B8ECE05}" type="sibTrans" cxnId="{DAA408B9-0A84-4D0B-A9EF-4E87F786CC98}">
      <dgm:prSet/>
      <dgm:spPr/>
      <dgm:t>
        <a:bodyPr/>
        <a:lstStyle/>
        <a:p>
          <a:endParaRPr lang="en-US"/>
        </a:p>
      </dgm:t>
    </dgm:pt>
    <dgm:pt modelId="{4C8734FE-8B06-4154-9D94-7A162C5A4E9A}">
      <dgm:prSet/>
      <dgm:spPr/>
      <dgm:t>
        <a:bodyPr/>
        <a:lstStyle/>
        <a:p>
          <a:r>
            <a:rPr lang="en-ZA"/>
            <a:t>Users receive a secure token upon login.</a:t>
          </a:r>
          <a:endParaRPr lang="en-US"/>
        </a:p>
      </dgm:t>
    </dgm:pt>
    <dgm:pt modelId="{2C4E67E3-8505-4A44-B996-7EF57D39B446}" type="parTrans" cxnId="{184818C7-E01B-4542-A24C-5E2940CFBA39}">
      <dgm:prSet/>
      <dgm:spPr/>
      <dgm:t>
        <a:bodyPr/>
        <a:lstStyle/>
        <a:p>
          <a:endParaRPr lang="en-US"/>
        </a:p>
      </dgm:t>
    </dgm:pt>
    <dgm:pt modelId="{31F190A2-5413-4D44-983D-D1E4AC902738}" type="sibTrans" cxnId="{184818C7-E01B-4542-A24C-5E2940CFBA39}">
      <dgm:prSet/>
      <dgm:spPr/>
      <dgm:t>
        <a:bodyPr/>
        <a:lstStyle/>
        <a:p>
          <a:endParaRPr lang="en-US"/>
        </a:p>
      </dgm:t>
    </dgm:pt>
    <dgm:pt modelId="{A7B6579A-7640-4B0F-90FC-F1744859E427}">
      <dgm:prSet/>
      <dgm:spPr/>
      <dgm:t>
        <a:bodyPr/>
        <a:lstStyle/>
        <a:p>
          <a:r>
            <a:rPr lang="en-ZA"/>
            <a:t>Tokens expire after 60 minutes for security.</a:t>
          </a:r>
          <a:endParaRPr lang="en-US"/>
        </a:p>
      </dgm:t>
    </dgm:pt>
    <dgm:pt modelId="{96F8F255-9A5D-491C-80F4-0E4A77087918}" type="parTrans" cxnId="{BF85BDF1-77B9-4681-B0BA-8BC30D242A1E}">
      <dgm:prSet/>
      <dgm:spPr/>
      <dgm:t>
        <a:bodyPr/>
        <a:lstStyle/>
        <a:p>
          <a:endParaRPr lang="en-US"/>
        </a:p>
      </dgm:t>
    </dgm:pt>
    <dgm:pt modelId="{74098169-FEB4-462D-ADB5-5D1D129BCF1F}" type="sibTrans" cxnId="{BF85BDF1-77B9-4681-B0BA-8BC30D242A1E}">
      <dgm:prSet/>
      <dgm:spPr/>
      <dgm:t>
        <a:bodyPr/>
        <a:lstStyle/>
        <a:p>
          <a:endParaRPr lang="en-US"/>
        </a:p>
      </dgm:t>
    </dgm:pt>
    <dgm:pt modelId="{2DFA9AF5-705B-4E31-9FBE-36924B96BD11}">
      <dgm:prSet/>
      <dgm:spPr/>
      <dgm:t>
        <a:bodyPr/>
        <a:lstStyle/>
        <a:p>
          <a:r>
            <a:rPr lang="en-ZA" b="1"/>
            <a:t>Role-Based Authorization:</a:t>
          </a:r>
          <a:endParaRPr lang="en-US"/>
        </a:p>
      </dgm:t>
    </dgm:pt>
    <dgm:pt modelId="{DB795E95-1167-4415-9143-D3A8B74A1C65}" type="parTrans" cxnId="{7AA327CF-B142-42EA-88FD-0033452C0907}">
      <dgm:prSet/>
      <dgm:spPr/>
      <dgm:t>
        <a:bodyPr/>
        <a:lstStyle/>
        <a:p>
          <a:endParaRPr lang="en-US"/>
        </a:p>
      </dgm:t>
    </dgm:pt>
    <dgm:pt modelId="{BA82579E-1ABD-4C69-98A2-F516CD94F645}" type="sibTrans" cxnId="{7AA327CF-B142-42EA-88FD-0033452C0907}">
      <dgm:prSet/>
      <dgm:spPr/>
      <dgm:t>
        <a:bodyPr/>
        <a:lstStyle/>
        <a:p>
          <a:endParaRPr lang="en-US"/>
        </a:p>
      </dgm:t>
    </dgm:pt>
    <dgm:pt modelId="{FE9526CD-ACC0-49C3-813E-F0F452DFDCF9}">
      <dgm:prSet/>
      <dgm:spPr/>
      <dgm:t>
        <a:bodyPr/>
        <a:lstStyle/>
        <a:p>
          <a:r>
            <a:rPr lang="en-ZA"/>
            <a:t>[Authorize(Roles = "Organiser")]: Protects event creation and result recording.</a:t>
          </a:r>
          <a:endParaRPr lang="en-US"/>
        </a:p>
      </dgm:t>
    </dgm:pt>
    <dgm:pt modelId="{C7380316-93EF-4A8F-8869-CAA60EFECC70}" type="parTrans" cxnId="{0989877B-5B54-4698-86DE-25CF5F55D5CA}">
      <dgm:prSet/>
      <dgm:spPr/>
      <dgm:t>
        <a:bodyPr/>
        <a:lstStyle/>
        <a:p>
          <a:endParaRPr lang="en-US"/>
        </a:p>
      </dgm:t>
    </dgm:pt>
    <dgm:pt modelId="{2B237AD9-F02D-4DB6-A7D5-941AE9D7CA0D}" type="sibTrans" cxnId="{0989877B-5B54-4698-86DE-25CF5F55D5CA}">
      <dgm:prSet/>
      <dgm:spPr/>
      <dgm:t>
        <a:bodyPr/>
        <a:lstStyle/>
        <a:p>
          <a:endParaRPr lang="en-US"/>
        </a:p>
      </dgm:t>
    </dgm:pt>
    <dgm:pt modelId="{67B96147-C1AA-483C-B968-F4A48A8B8B26}">
      <dgm:prSet/>
      <dgm:spPr/>
      <dgm:t>
        <a:bodyPr/>
        <a:lstStyle/>
        <a:p>
          <a:r>
            <a:rPr lang="en-ZA"/>
            <a:t>[Authorize(Roles = "Participant")]: Protects enrollments.</a:t>
          </a:r>
          <a:endParaRPr lang="en-US"/>
        </a:p>
      </dgm:t>
    </dgm:pt>
    <dgm:pt modelId="{36404CB6-E709-4937-9BFA-9A83F93BBD01}" type="parTrans" cxnId="{10EDD972-77C4-4388-9038-908B724219FE}">
      <dgm:prSet/>
      <dgm:spPr/>
      <dgm:t>
        <a:bodyPr/>
        <a:lstStyle/>
        <a:p>
          <a:endParaRPr lang="en-US"/>
        </a:p>
      </dgm:t>
    </dgm:pt>
    <dgm:pt modelId="{C1E0D852-BDA1-444D-9EEA-99689ED13CAA}" type="sibTrans" cxnId="{10EDD972-77C4-4388-9038-908B724219FE}">
      <dgm:prSet/>
      <dgm:spPr/>
      <dgm:t>
        <a:bodyPr/>
        <a:lstStyle/>
        <a:p>
          <a:endParaRPr lang="en-US"/>
        </a:p>
      </dgm:t>
    </dgm:pt>
    <dgm:pt modelId="{1582B244-2F98-4FE5-9A15-4717C3B79289}">
      <dgm:prSet/>
      <dgm:spPr/>
      <dgm:t>
        <a:bodyPr/>
        <a:lstStyle/>
        <a:p>
          <a:r>
            <a:rPr lang="en-ZA" b="1"/>
            <a:t>Password Security:</a:t>
          </a:r>
          <a:r>
            <a:rPr lang="en-ZA"/>
            <a:t> Passwords are never stored in plain text; they are hashed using BCrypt.</a:t>
          </a:r>
          <a:endParaRPr lang="en-US"/>
        </a:p>
      </dgm:t>
    </dgm:pt>
    <dgm:pt modelId="{6DDCA588-9767-46F6-B119-6B13523ACA10}" type="parTrans" cxnId="{E6A89702-016B-40C2-84AD-D133D5FB9762}">
      <dgm:prSet/>
      <dgm:spPr/>
      <dgm:t>
        <a:bodyPr/>
        <a:lstStyle/>
        <a:p>
          <a:endParaRPr lang="en-US"/>
        </a:p>
      </dgm:t>
    </dgm:pt>
    <dgm:pt modelId="{7A2D5424-E789-4B83-B219-341520ADAA10}" type="sibTrans" cxnId="{E6A89702-016B-40C2-84AD-D133D5FB9762}">
      <dgm:prSet/>
      <dgm:spPr/>
      <dgm:t>
        <a:bodyPr/>
        <a:lstStyle/>
        <a:p>
          <a:endParaRPr lang="en-US"/>
        </a:p>
      </dgm:t>
    </dgm:pt>
    <dgm:pt modelId="{E9EDE47D-BED2-4395-970C-BEDB9BE2FBA8}" type="pres">
      <dgm:prSet presAssocID="{02CCC77C-53C4-42AA-98CD-DEABB635196D}" presName="linear" presStyleCnt="0">
        <dgm:presLayoutVars>
          <dgm:animLvl val="lvl"/>
          <dgm:resizeHandles val="exact"/>
        </dgm:presLayoutVars>
      </dgm:prSet>
      <dgm:spPr/>
    </dgm:pt>
    <dgm:pt modelId="{B36863D5-B757-4043-BC02-777BD1052375}" type="pres">
      <dgm:prSet presAssocID="{2D3145E7-D2FA-4A6E-A513-7F123BEFFFB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50B99FF-FD39-47A9-8639-A4FCF2FA7E97}" type="pres">
      <dgm:prSet presAssocID="{2D3145E7-D2FA-4A6E-A513-7F123BEFFFB0}" presName="childText" presStyleLbl="revTx" presStyleIdx="0" presStyleCnt="2">
        <dgm:presLayoutVars>
          <dgm:bulletEnabled val="1"/>
        </dgm:presLayoutVars>
      </dgm:prSet>
      <dgm:spPr/>
    </dgm:pt>
    <dgm:pt modelId="{02E2B4B3-F7BC-44BB-842C-EDA2808ABBC6}" type="pres">
      <dgm:prSet presAssocID="{2DFA9AF5-705B-4E31-9FBE-36924B96BD1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9A88C09-BFF3-4A81-979B-EE5031B9AADC}" type="pres">
      <dgm:prSet presAssocID="{2DFA9AF5-705B-4E31-9FBE-36924B96BD11}" presName="childText" presStyleLbl="revTx" presStyleIdx="1" presStyleCnt="2">
        <dgm:presLayoutVars>
          <dgm:bulletEnabled val="1"/>
        </dgm:presLayoutVars>
      </dgm:prSet>
      <dgm:spPr/>
    </dgm:pt>
    <dgm:pt modelId="{E4286AF6-AE16-4F87-ADBF-CD798EE587F9}" type="pres">
      <dgm:prSet presAssocID="{1582B244-2F98-4FE5-9A15-4717C3B7928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6A89702-016B-40C2-84AD-D133D5FB9762}" srcId="{02CCC77C-53C4-42AA-98CD-DEABB635196D}" destId="{1582B244-2F98-4FE5-9A15-4717C3B79289}" srcOrd="2" destOrd="0" parTransId="{6DDCA588-9767-46F6-B119-6B13523ACA10}" sibTransId="{7A2D5424-E789-4B83-B219-341520ADAA10}"/>
    <dgm:cxn modelId="{92801261-AE98-435A-BBBC-56F9C62A79CF}" type="presOf" srcId="{67B96147-C1AA-483C-B968-F4A48A8B8B26}" destId="{89A88C09-BFF3-4A81-979B-EE5031B9AADC}" srcOrd="0" destOrd="1" presId="urn:microsoft.com/office/officeart/2005/8/layout/vList2"/>
    <dgm:cxn modelId="{7B864A6F-7BBA-4C7F-B61C-6A5D5E9DC9B9}" type="presOf" srcId="{4C8734FE-8B06-4154-9D94-7A162C5A4E9A}" destId="{650B99FF-FD39-47A9-8639-A4FCF2FA7E97}" srcOrd="0" destOrd="0" presId="urn:microsoft.com/office/officeart/2005/8/layout/vList2"/>
    <dgm:cxn modelId="{21499D72-D7B9-4A4D-92F7-17AA507814BC}" type="presOf" srcId="{A7B6579A-7640-4B0F-90FC-F1744859E427}" destId="{650B99FF-FD39-47A9-8639-A4FCF2FA7E97}" srcOrd="0" destOrd="1" presId="urn:microsoft.com/office/officeart/2005/8/layout/vList2"/>
    <dgm:cxn modelId="{10EDD972-77C4-4388-9038-908B724219FE}" srcId="{2DFA9AF5-705B-4E31-9FBE-36924B96BD11}" destId="{67B96147-C1AA-483C-B968-F4A48A8B8B26}" srcOrd="1" destOrd="0" parTransId="{36404CB6-E709-4937-9BFA-9A83F93BBD01}" sibTransId="{C1E0D852-BDA1-444D-9EEA-99689ED13CAA}"/>
    <dgm:cxn modelId="{0989877B-5B54-4698-86DE-25CF5F55D5CA}" srcId="{2DFA9AF5-705B-4E31-9FBE-36924B96BD11}" destId="{FE9526CD-ACC0-49C3-813E-F0F452DFDCF9}" srcOrd="0" destOrd="0" parTransId="{C7380316-93EF-4A8F-8869-CAA60EFECC70}" sibTransId="{2B237AD9-F02D-4DB6-A7D5-941AE9D7CA0D}"/>
    <dgm:cxn modelId="{EDDC0790-D34C-439D-B9A8-1D1628FC6E16}" type="presOf" srcId="{02CCC77C-53C4-42AA-98CD-DEABB635196D}" destId="{E9EDE47D-BED2-4395-970C-BEDB9BE2FBA8}" srcOrd="0" destOrd="0" presId="urn:microsoft.com/office/officeart/2005/8/layout/vList2"/>
    <dgm:cxn modelId="{4695A0B0-FB21-4F36-A1A1-03CD3A6B04E1}" type="presOf" srcId="{FE9526CD-ACC0-49C3-813E-F0F452DFDCF9}" destId="{89A88C09-BFF3-4A81-979B-EE5031B9AADC}" srcOrd="0" destOrd="0" presId="urn:microsoft.com/office/officeart/2005/8/layout/vList2"/>
    <dgm:cxn modelId="{3B9599B3-11AE-4FF8-8CB0-1532A01684C7}" type="presOf" srcId="{2DFA9AF5-705B-4E31-9FBE-36924B96BD11}" destId="{02E2B4B3-F7BC-44BB-842C-EDA2808ABBC6}" srcOrd="0" destOrd="0" presId="urn:microsoft.com/office/officeart/2005/8/layout/vList2"/>
    <dgm:cxn modelId="{DAA408B9-0A84-4D0B-A9EF-4E87F786CC98}" srcId="{02CCC77C-53C4-42AA-98CD-DEABB635196D}" destId="{2D3145E7-D2FA-4A6E-A513-7F123BEFFFB0}" srcOrd="0" destOrd="0" parTransId="{3924EC26-8D08-41A1-9CDB-BF03093B7E6F}" sibTransId="{1C917050-7168-4E71-A164-F4786B8ECE05}"/>
    <dgm:cxn modelId="{184818C7-E01B-4542-A24C-5E2940CFBA39}" srcId="{2D3145E7-D2FA-4A6E-A513-7F123BEFFFB0}" destId="{4C8734FE-8B06-4154-9D94-7A162C5A4E9A}" srcOrd="0" destOrd="0" parTransId="{2C4E67E3-8505-4A44-B996-7EF57D39B446}" sibTransId="{31F190A2-5413-4D44-983D-D1E4AC902738}"/>
    <dgm:cxn modelId="{60072DCC-151B-4F50-8B95-B084E522503C}" type="presOf" srcId="{1582B244-2F98-4FE5-9A15-4717C3B79289}" destId="{E4286AF6-AE16-4F87-ADBF-CD798EE587F9}" srcOrd="0" destOrd="0" presId="urn:microsoft.com/office/officeart/2005/8/layout/vList2"/>
    <dgm:cxn modelId="{7AA327CF-B142-42EA-88FD-0033452C0907}" srcId="{02CCC77C-53C4-42AA-98CD-DEABB635196D}" destId="{2DFA9AF5-705B-4E31-9FBE-36924B96BD11}" srcOrd="1" destOrd="0" parTransId="{DB795E95-1167-4415-9143-D3A8B74A1C65}" sibTransId="{BA82579E-1ABD-4C69-98A2-F516CD94F645}"/>
    <dgm:cxn modelId="{2E2690EE-0D4C-43ED-88D3-966C014C5B94}" type="presOf" srcId="{2D3145E7-D2FA-4A6E-A513-7F123BEFFFB0}" destId="{B36863D5-B757-4043-BC02-777BD1052375}" srcOrd="0" destOrd="0" presId="urn:microsoft.com/office/officeart/2005/8/layout/vList2"/>
    <dgm:cxn modelId="{BF85BDF1-77B9-4681-B0BA-8BC30D242A1E}" srcId="{2D3145E7-D2FA-4A6E-A513-7F123BEFFFB0}" destId="{A7B6579A-7640-4B0F-90FC-F1744859E427}" srcOrd="1" destOrd="0" parTransId="{96F8F255-9A5D-491C-80F4-0E4A77087918}" sibTransId="{74098169-FEB4-462D-ADB5-5D1D129BCF1F}"/>
    <dgm:cxn modelId="{20979AFA-F4BE-4E53-BB20-44B1567D15A8}" type="presParOf" srcId="{E9EDE47D-BED2-4395-970C-BEDB9BE2FBA8}" destId="{B36863D5-B757-4043-BC02-777BD1052375}" srcOrd="0" destOrd="0" presId="urn:microsoft.com/office/officeart/2005/8/layout/vList2"/>
    <dgm:cxn modelId="{2384CDF3-8D43-4526-B74D-D37E916752F9}" type="presParOf" srcId="{E9EDE47D-BED2-4395-970C-BEDB9BE2FBA8}" destId="{650B99FF-FD39-47A9-8639-A4FCF2FA7E97}" srcOrd="1" destOrd="0" presId="urn:microsoft.com/office/officeart/2005/8/layout/vList2"/>
    <dgm:cxn modelId="{0C4045EA-3DEF-4CB4-9FCC-68F7B50D38F8}" type="presParOf" srcId="{E9EDE47D-BED2-4395-970C-BEDB9BE2FBA8}" destId="{02E2B4B3-F7BC-44BB-842C-EDA2808ABBC6}" srcOrd="2" destOrd="0" presId="urn:microsoft.com/office/officeart/2005/8/layout/vList2"/>
    <dgm:cxn modelId="{97DC7D1F-3FDF-4B71-871C-EC4FB1F0BFF7}" type="presParOf" srcId="{E9EDE47D-BED2-4395-970C-BEDB9BE2FBA8}" destId="{89A88C09-BFF3-4A81-979B-EE5031B9AADC}" srcOrd="3" destOrd="0" presId="urn:microsoft.com/office/officeart/2005/8/layout/vList2"/>
    <dgm:cxn modelId="{4DB6B4B9-A83A-44D9-AF5D-B26B1096233F}" type="presParOf" srcId="{E9EDE47D-BED2-4395-970C-BEDB9BE2FBA8}" destId="{E4286AF6-AE16-4F87-ADBF-CD798EE587F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BD1B3D-AC2D-463C-A398-FFAE2DFD0234}">
      <dsp:nvSpPr>
        <dsp:cNvPr id="0" name=""/>
        <dsp:cNvSpPr/>
      </dsp:nvSpPr>
      <dsp:spPr>
        <a:xfrm>
          <a:off x="0" y="75946"/>
          <a:ext cx="6002110" cy="6762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b="1" kern="1200"/>
            <a:t>User:</a:t>
          </a:r>
          <a:r>
            <a:rPr lang="en-ZA" sz="1700" kern="1200"/>
            <a:t> Base entity for authentication (Email, PasswordHash, Role).</a:t>
          </a:r>
          <a:endParaRPr lang="en-US" sz="1700" kern="1200"/>
        </a:p>
      </dsp:txBody>
      <dsp:txXfrm>
        <a:off x="33012" y="108958"/>
        <a:ext cx="5936086" cy="610236"/>
      </dsp:txXfrm>
    </dsp:sp>
    <dsp:sp modelId="{B5B77064-1F33-4E8C-8777-9783F3B68926}">
      <dsp:nvSpPr>
        <dsp:cNvPr id="0" name=""/>
        <dsp:cNvSpPr/>
      </dsp:nvSpPr>
      <dsp:spPr>
        <a:xfrm>
          <a:off x="0" y="801167"/>
          <a:ext cx="6002110" cy="67626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b="1" kern="1200"/>
            <a:t>Organiser:</a:t>
          </a:r>
          <a:r>
            <a:rPr lang="en-ZA" sz="1700" kern="1200"/>
            <a:t> Manages events and records results.</a:t>
          </a:r>
          <a:endParaRPr lang="en-US" sz="1700" kern="1200"/>
        </a:p>
      </dsp:txBody>
      <dsp:txXfrm>
        <a:off x="33012" y="834179"/>
        <a:ext cx="5936086" cy="610236"/>
      </dsp:txXfrm>
    </dsp:sp>
    <dsp:sp modelId="{6DBF5A8B-2E9D-457B-8F12-8763B5E984A5}">
      <dsp:nvSpPr>
        <dsp:cNvPr id="0" name=""/>
        <dsp:cNvSpPr/>
      </dsp:nvSpPr>
      <dsp:spPr>
        <a:xfrm>
          <a:off x="0" y="1526387"/>
          <a:ext cx="6002110" cy="67626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b="1" kern="1200"/>
            <a:t>Participant:</a:t>
          </a:r>
          <a:r>
            <a:rPr lang="en-ZA" sz="1700" kern="1200"/>
            <a:t> Enrolls in races and receives results.</a:t>
          </a:r>
          <a:endParaRPr lang="en-US" sz="1700" kern="1200"/>
        </a:p>
      </dsp:txBody>
      <dsp:txXfrm>
        <a:off x="33012" y="1559399"/>
        <a:ext cx="5936086" cy="610236"/>
      </dsp:txXfrm>
    </dsp:sp>
    <dsp:sp modelId="{FF920D4F-1F76-4ADF-B02C-3409B376614B}">
      <dsp:nvSpPr>
        <dsp:cNvPr id="0" name=""/>
        <dsp:cNvSpPr/>
      </dsp:nvSpPr>
      <dsp:spPr>
        <a:xfrm>
          <a:off x="0" y="2251607"/>
          <a:ext cx="6002110" cy="67626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b="1" kern="1200"/>
            <a:t>RaceEvent &amp; Category:</a:t>
          </a:r>
          <a:r>
            <a:rPr lang="en-ZA" sz="1700" kern="1200"/>
            <a:t> Defines the race details and distances (e.g., 10km, 21km).</a:t>
          </a:r>
          <a:endParaRPr lang="en-US" sz="1700" kern="1200"/>
        </a:p>
      </dsp:txBody>
      <dsp:txXfrm>
        <a:off x="33012" y="2284619"/>
        <a:ext cx="5936086" cy="610236"/>
      </dsp:txXfrm>
    </dsp:sp>
    <dsp:sp modelId="{3639C9FE-6C03-4D73-AC90-7C72DE3C9621}">
      <dsp:nvSpPr>
        <dsp:cNvPr id="0" name=""/>
        <dsp:cNvSpPr/>
      </dsp:nvSpPr>
      <dsp:spPr>
        <a:xfrm>
          <a:off x="0" y="2976826"/>
          <a:ext cx="6002110" cy="6762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b="1" kern="1200"/>
            <a:t>Enrollment &amp; RaceResult:</a:t>
          </a:r>
          <a:r>
            <a:rPr lang="en-ZA" sz="1700" kern="1200"/>
            <a:t> Links participants to categories and stores finish times.</a:t>
          </a:r>
          <a:endParaRPr lang="en-US" sz="1700" kern="1200"/>
        </a:p>
      </dsp:txBody>
      <dsp:txXfrm>
        <a:off x="33012" y="3009838"/>
        <a:ext cx="5936086" cy="610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6863D5-B757-4043-BC02-777BD1052375}">
      <dsp:nvSpPr>
        <dsp:cNvPr id="0" name=""/>
        <dsp:cNvSpPr/>
      </dsp:nvSpPr>
      <dsp:spPr>
        <a:xfrm>
          <a:off x="0" y="102255"/>
          <a:ext cx="6002110" cy="75859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JWT Authentication:</a:t>
          </a:r>
          <a:endParaRPr lang="en-US" sz="1900" kern="1200"/>
        </a:p>
      </dsp:txBody>
      <dsp:txXfrm>
        <a:off x="37032" y="139287"/>
        <a:ext cx="5928046" cy="684534"/>
      </dsp:txXfrm>
    </dsp:sp>
    <dsp:sp modelId="{650B99FF-FD39-47A9-8639-A4FCF2FA7E97}">
      <dsp:nvSpPr>
        <dsp:cNvPr id="0" name=""/>
        <dsp:cNvSpPr/>
      </dsp:nvSpPr>
      <dsp:spPr>
        <a:xfrm>
          <a:off x="0" y="860853"/>
          <a:ext cx="6002110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6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1500" kern="1200"/>
            <a:t>Users receive a secure token upon login.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1500" kern="1200"/>
            <a:t>Tokens expire after 60 minutes for security.</a:t>
          </a:r>
          <a:endParaRPr lang="en-US" sz="1500" kern="1200"/>
        </a:p>
      </dsp:txBody>
      <dsp:txXfrm>
        <a:off x="0" y="860853"/>
        <a:ext cx="6002110" cy="521122"/>
      </dsp:txXfrm>
    </dsp:sp>
    <dsp:sp modelId="{02E2B4B3-F7BC-44BB-842C-EDA2808ABBC6}">
      <dsp:nvSpPr>
        <dsp:cNvPr id="0" name=""/>
        <dsp:cNvSpPr/>
      </dsp:nvSpPr>
      <dsp:spPr>
        <a:xfrm>
          <a:off x="0" y="1381976"/>
          <a:ext cx="6002110" cy="758598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Role-Based Authorization:</a:t>
          </a:r>
          <a:endParaRPr lang="en-US" sz="1900" kern="1200"/>
        </a:p>
      </dsp:txBody>
      <dsp:txXfrm>
        <a:off x="37032" y="1419008"/>
        <a:ext cx="5928046" cy="684534"/>
      </dsp:txXfrm>
    </dsp:sp>
    <dsp:sp modelId="{89A88C09-BFF3-4A81-979B-EE5031B9AADC}">
      <dsp:nvSpPr>
        <dsp:cNvPr id="0" name=""/>
        <dsp:cNvSpPr/>
      </dsp:nvSpPr>
      <dsp:spPr>
        <a:xfrm>
          <a:off x="0" y="2140575"/>
          <a:ext cx="6002110" cy="727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6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1500" kern="1200"/>
            <a:t>[Authorize(Roles = "Organiser")]: Protects event creation and result recording.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1500" kern="1200"/>
            <a:t>[Authorize(Roles = "Participant")]: Protects enrollments.</a:t>
          </a:r>
          <a:endParaRPr lang="en-US" sz="1500" kern="1200"/>
        </a:p>
      </dsp:txBody>
      <dsp:txXfrm>
        <a:off x="0" y="2140575"/>
        <a:ext cx="6002110" cy="727605"/>
      </dsp:txXfrm>
    </dsp:sp>
    <dsp:sp modelId="{E4286AF6-AE16-4F87-ADBF-CD798EE587F9}">
      <dsp:nvSpPr>
        <dsp:cNvPr id="0" name=""/>
        <dsp:cNvSpPr/>
      </dsp:nvSpPr>
      <dsp:spPr>
        <a:xfrm>
          <a:off x="0" y="2868180"/>
          <a:ext cx="6002110" cy="758598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Password Security:</a:t>
          </a:r>
          <a:r>
            <a:rPr lang="en-ZA" sz="1900" kern="1200"/>
            <a:t> Passwords are never stored in plain text; they are hashed using BCrypt.</a:t>
          </a:r>
          <a:endParaRPr lang="en-US" sz="1900" kern="1200"/>
        </a:p>
      </dsp:txBody>
      <dsp:txXfrm>
        <a:off x="37032" y="2905212"/>
        <a:ext cx="5928046" cy="6845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1868C-1F79-DE62-1925-C076D88DF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0FD9F-F21C-791F-E585-E571F829C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CCE97-69F1-F1CC-4531-0F497454B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7DCFA-93FC-4FEA-BD02-F00CB78BD949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D9D82-F645-4B06-CD4F-D6F4CE76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30FCE-F7C4-8172-A61E-9C8695AAE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8CE73-2B36-4A04-981F-857FA65FB6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54954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7082B-D06E-FC56-602A-FB2A1B73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AA941-AD3A-A4E4-E659-4F2ED641F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F95FB-C572-6AF9-6932-6AFB7B9D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7DCFA-93FC-4FEA-BD02-F00CB78BD949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8004D-CA2F-08E8-1F0D-E82111679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35CF4-1339-1C9C-EEBE-AFC4ED5F2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8CE73-2B36-4A04-981F-857FA65FB6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0797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CE66D-2765-FF35-9B20-951590F70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6D068-EAB6-13DC-DA5F-083072C09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3F7F2-E839-4FAF-35FA-1E7EC4381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7DCFA-93FC-4FEA-BD02-F00CB78BD949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EECE6-5724-264E-AF8D-E659EB18F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318DB-47E3-9CFB-B508-2A8E023A8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8CE73-2B36-4A04-981F-857FA65FB6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852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BA60-BAC5-B489-05DA-9587C442A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CE32C-0522-5572-B3FF-11C0015F3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7EB24-F1FF-7FE8-37D3-CB063EFA1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75111-D332-814B-33AB-D8E19751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7DCFA-93FC-4FEA-BD02-F00CB78BD949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23A45-5E64-0543-CEC0-2BAAA24C0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4EE6E-5787-BAB6-3A2F-E648D7CD2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8CE73-2B36-4A04-981F-857FA65FB6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7133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6D49D-DC2D-1B42-D565-F28B52FA9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2000E-6AF8-F1D9-294D-03D46A4FD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65D7E-2D1B-AE04-5FA1-366961896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CE7B1-17E4-21E7-C8BC-6ECA4C3FE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E4998-A197-7207-B98E-13F6EDEF2A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3BE9B6-E04B-07F6-034B-60457B674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7DCFA-93FC-4FEA-BD02-F00CB78BD949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B30C9-1A23-2B17-5610-F73486D3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0060EE-11C7-A0EA-DF54-A7D467B7F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8CE73-2B36-4A04-981F-857FA65FB6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3442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406F-CBFB-B5B4-3064-E4CCD109B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8ECBC6-166A-8AB7-8CD4-78B022A88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7DCFA-93FC-4FEA-BD02-F00CB78BD949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706ED7-8B5B-4E21-E626-32F5BBE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8434C-33C3-992F-70FB-BE6DD715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8CE73-2B36-4A04-981F-857FA65FB6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250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588666-96A0-5AA3-C5DD-597C7A65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7DCFA-93FC-4FEA-BD02-F00CB78BD949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F6FBD-BA61-9D67-778B-86E33E011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206BD-633F-0731-EF4C-0A37FD874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8CE73-2B36-4A04-981F-857FA65FB6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5250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79B6-0CE5-DDA9-665D-AD5ECA27A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8A747-6A0F-ED25-2C26-B220EC290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98676-01BA-8C56-A679-D78BC93FB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F6F73-E53D-C457-D344-4F42955A9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7DCFA-93FC-4FEA-BD02-F00CB78BD949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09FC8-49B4-6134-4F32-04323E54A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98573-6091-7E28-5625-002845EB0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8CE73-2B36-4A04-981F-857FA65FB6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9962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0C7B4-151C-9564-E047-A09E0241E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D974D3-364F-0650-E812-C68C4E34513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22C0A-C12E-A55B-B4AD-98051F333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57087-432F-CE16-B52D-A8C0AB171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7DCFA-93FC-4FEA-BD02-F00CB78BD949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60E46-BBA9-1854-D05D-93FD3389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68046-03CC-4D18-9BFA-E370991A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8CE73-2B36-4A04-981F-857FA65FB6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481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A91B-A23E-51AF-9171-A848B21D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93F7B-C6E6-BD4C-2F21-73863B43F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6EE82-9EF6-2616-6A40-E54214572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7DCFA-93FC-4FEA-BD02-F00CB78BD949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4BE04-A2D5-318F-28A7-96CB03A9F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D9CC2-4AF0-9992-C235-4869F489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8CE73-2B36-4A04-981F-857FA65FB6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758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763ED8-A563-6767-F9E0-946A39404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EEEF6-A12B-5174-677C-93D0F0439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4D03A-BC42-DD23-78A8-5A075623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7DCFA-93FC-4FEA-BD02-F00CB78BD949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3E547-A3DB-0977-41CA-7BDDC0891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76550-DEB0-DEE3-2755-3A261C51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8CE73-2B36-4A04-981F-857FA65FB6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9963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A20810-312B-C513-8176-39D9427CA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20B23-D953-9176-68E0-5B45B45BC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0C464-AC77-DC5C-CC9D-B2CF7086D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7DCFA-93FC-4FEA-BD02-F00CB78BD949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E7159-7643-8102-C744-2E51C0B3B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F1C2E-A4A5-A411-9131-BC4BDED1D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8CE73-2B36-4A04-981F-857FA65FB6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1958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7.png"/><Relationship Id="rId4" Type="http://schemas.openxmlformats.org/officeDocument/2006/relationships/image" Target="../media/image6.jpe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9.png"/><Relationship Id="rId4" Type="http://schemas.openxmlformats.org/officeDocument/2006/relationships/image" Target="../media/image8.jpeg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1.mp4"/><Relationship Id="rId1" Type="http://schemas.microsoft.com/office/2007/relationships/media" Target="../media/media11.mp4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070DD-45EF-B499-320A-EF6833551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ZA" sz="4800">
                <a:solidFill>
                  <a:srgbClr val="FFFFFF"/>
                </a:solidFill>
              </a:rPr>
              <a:t>RaceDayAPI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05C4E-EC94-89D1-2059-B7BE70B7A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ZA" sz="2000">
                <a:solidFill>
                  <a:srgbClr val="FFFFFF"/>
                </a:solidFill>
              </a:rPr>
              <a:t>A Secure .NET Web API for Race Event Management</a:t>
            </a:r>
          </a:p>
          <a:p>
            <a:pPr algn="r"/>
            <a:r>
              <a:rPr lang="en-ZA" sz="2000">
                <a:solidFill>
                  <a:srgbClr val="FFFFFF"/>
                </a:solidFill>
              </a:rPr>
              <a:t>BOIKANYO MALEKA</a:t>
            </a:r>
          </a:p>
          <a:p>
            <a:pPr algn="r"/>
            <a:r>
              <a:rPr lang="en-ZA" sz="2000">
                <a:solidFill>
                  <a:srgbClr val="FFFFFF"/>
                </a:solidFill>
              </a:rPr>
              <a:t>ST10472664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Video 24">
            <a:hlinkClick r:id="" action="ppaction://media"/>
            <a:extLst>
              <a:ext uri="{FF2B5EF4-FFF2-40B4-BE49-F238E27FC236}">
                <a16:creationId xmlns:a16="http://schemas.microsoft.com/office/drawing/2014/main" id="{5A6DB3FD-0C2C-3892-EE67-026671E96D5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41758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486"/>
    </mc:Choice>
    <mc:Fallback>
      <p:transition spd="slow" advTm="104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3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FEBD12-25AB-22AB-17C6-18B69AF6C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ZA" sz="400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8511-3486-A43E-488E-1FD6BC363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pPr lvl="0"/>
            <a:r>
              <a:rPr lang="en-ZA" sz="2000" b="1"/>
              <a:t>What is RaceDay API?</a:t>
            </a:r>
            <a:endParaRPr lang="en-ZA" sz="2000"/>
          </a:p>
          <a:p>
            <a:pPr lvl="1"/>
            <a:r>
              <a:rPr lang="en-ZA" sz="2000"/>
              <a:t>A backend RESTful API designed to manage race events.</a:t>
            </a:r>
          </a:p>
          <a:p>
            <a:pPr lvl="1"/>
            <a:r>
              <a:rPr lang="en-ZA" sz="2000"/>
              <a:t>Connects Organisers, Participants, and Race Data.</a:t>
            </a:r>
          </a:p>
          <a:p>
            <a:pPr lvl="0"/>
            <a:r>
              <a:rPr lang="en-ZA" sz="2000" b="1"/>
              <a:t>Core Features:</a:t>
            </a:r>
            <a:endParaRPr lang="en-ZA" sz="2000"/>
          </a:p>
          <a:p>
            <a:pPr lvl="1"/>
            <a:r>
              <a:rPr lang="en-ZA" sz="2000"/>
              <a:t>User Registration &amp; Secure Login.</a:t>
            </a:r>
          </a:p>
          <a:p>
            <a:pPr lvl="1"/>
            <a:r>
              <a:rPr lang="en-ZA" sz="2000"/>
              <a:t>Event &amp; Category Management.</a:t>
            </a:r>
          </a:p>
          <a:p>
            <a:pPr lvl="1"/>
            <a:r>
              <a:rPr lang="en-ZA" sz="2000"/>
              <a:t>Participant Enrollments.</a:t>
            </a:r>
          </a:p>
          <a:p>
            <a:pPr lvl="1"/>
            <a:r>
              <a:rPr lang="en-ZA" sz="2000"/>
              <a:t>Race Result Tracking.</a:t>
            </a:r>
          </a:p>
          <a:p>
            <a:endParaRPr lang="en-ZA" sz="2000"/>
          </a:p>
        </p:txBody>
      </p:sp>
      <p:pic>
        <p:nvPicPr>
          <p:cNvPr id="5" name="Picture 4" descr="People at the meeting desk">
            <a:extLst>
              <a:ext uri="{FF2B5EF4-FFF2-40B4-BE49-F238E27FC236}">
                <a16:creationId xmlns:a16="http://schemas.microsoft.com/office/drawing/2014/main" id="{7B1D431B-FF3B-DEF1-8B94-7AABE54789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24" r="34227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pic>
        <p:nvPicPr>
          <p:cNvPr id="11" name="Video 10">
            <a:hlinkClick r:id="" action="ppaction://media"/>
            <a:extLst>
              <a:ext uri="{FF2B5EF4-FFF2-40B4-BE49-F238E27FC236}">
                <a16:creationId xmlns:a16="http://schemas.microsoft.com/office/drawing/2014/main" id="{7718BAD5-4B63-6C93-327D-06A003306EE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46827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267"/>
    </mc:Choice>
    <mc:Fallback>
      <p:transition spd="slow" advTm="162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BDBE3A-AA63-96E6-621F-E0607989D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ZA" sz="400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AFDDE-27A5-25AF-432C-A66DBE490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pPr lvl="0"/>
            <a:r>
              <a:rPr lang="en-ZA" sz="2000" b="1"/>
              <a:t>Framework:</a:t>
            </a:r>
            <a:r>
              <a:rPr lang="en-ZA" sz="2000"/>
              <a:t> ASP.NET Core 8 (C#)</a:t>
            </a:r>
          </a:p>
          <a:p>
            <a:pPr lvl="0"/>
            <a:r>
              <a:rPr lang="en-ZA" sz="2000" b="1"/>
              <a:t>Database:</a:t>
            </a:r>
            <a:r>
              <a:rPr lang="en-ZA" sz="2000"/>
              <a:t> SQLite (managed via Entity Framework Core)</a:t>
            </a:r>
          </a:p>
          <a:p>
            <a:pPr lvl="0"/>
            <a:r>
              <a:rPr lang="en-ZA" sz="2000" b="1"/>
              <a:t>Security:</a:t>
            </a:r>
            <a:r>
              <a:rPr lang="en-ZA" sz="2000"/>
              <a:t> JWT (JSON Web Tokens) &amp; BCrypt Password Hashing</a:t>
            </a:r>
          </a:p>
          <a:p>
            <a:pPr lvl="0"/>
            <a:r>
              <a:rPr lang="en-ZA" sz="2000" b="1"/>
              <a:t>API Documentation:</a:t>
            </a:r>
            <a:r>
              <a:rPr lang="en-ZA" sz="2000"/>
              <a:t> Swagger UI</a:t>
            </a:r>
          </a:p>
          <a:p>
            <a:pPr lvl="0"/>
            <a:r>
              <a:rPr lang="en-ZA" sz="2000" b="1"/>
              <a:t>Architecture:</a:t>
            </a:r>
            <a:r>
              <a:rPr lang="en-ZA" sz="2000"/>
              <a:t> RESTful API with Controller-based routing</a:t>
            </a:r>
          </a:p>
          <a:p>
            <a:endParaRPr lang="en-ZA" sz="2000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F297708B-E611-6575-2653-8E9978E34A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070" r="44981" b="-446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pic>
        <p:nvPicPr>
          <p:cNvPr id="19" name="Video 18">
            <a:hlinkClick r:id="" action="ppaction://media"/>
            <a:extLst>
              <a:ext uri="{FF2B5EF4-FFF2-40B4-BE49-F238E27FC236}">
                <a16:creationId xmlns:a16="http://schemas.microsoft.com/office/drawing/2014/main" id="{882B182B-8727-CC7F-AD07-3D5E4BA630E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87637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042"/>
    </mc:Choice>
    <mc:Fallback>
      <p:transition spd="slow" advTm="370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8E6D7-A265-77D9-6520-CE1B4EB3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ZA" sz="4000" b="1"/>
              <a:t>Database Design (Models)</a:t>
            </a:r>
            <a:endParaRPr lang="en-ZA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0A4234-39B4-3007-ECF5-F6062A8DCE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310" r="20276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C4B481-B735-0B23-15B3-C90B322EE7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551981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3" name="Video 12">
            <a:hlinkClick r:id="" action="ppaction://media"/>
            <a:extLst>
              <a:ext uri="{FF2B5EF4-FFF2-40B4-BE49-F238E27FC236}">
                <a16:creationId xmlns:a16="http://schemas.microsoft.com/office/drawing/2014/main" id="{AA683EA4-7BF3-F925-127E-D509E63FFA1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10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05072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317"/>
    </mc:Choice>
    <mc:Fallback>
      <p:transition spd="slow" advTm="383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8753D0-CB8E-5CE0-74DA-6AADE5AD8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ZA" sz="4000" b="1"/>
              <a:t>Security &amp; Authentication</a:t>
            </a:r>
            <a:br>
              <a:rPr lang="en-ZA" sz="4000" b="1"/>
            </a:br>
            <a:endParaRPr lang="en-ZA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8A8327-7891-2D0F-DD11-9B44B1BFE4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79" r="38627" b="-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047F5E-4D83-5A3E-1EF0-ABFF5B4A6C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5300277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1" name="Video 10">
            <a:hlinkClick r:id="" action="ppaction://media"/>
            <a:extLst>
              <a:ext uri="{FF2B5EF4-FFF2-40B4-BE49-F238E27FC236}">
                <a16:creationId xmlns:a16="http://schemas.microsoft.com/office/drawing/2014/main" id="{F67A711E-7313-A807-3B60-BB38F842513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10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43785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815"/>
    </mc:Choice>
    <mc:Fallback>
      <p:transition spd="slow" advTm="398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928BC-687F-B0FE-A82A-5AC0B75D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b="1"/>
              <a:t>API Endpoints Overview</a:t>
            </a:r>
            <a:br>
              <a:rPr lang="en-US" sz="3100" b="1"/>
            </a:br>
            <a:endParaRPr lang="en-US" sz="31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8C4AE-2765-70A9-6B9C-4BF42EDB9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>
            <a:normAutofit/>
          </a:bodyPr>
          <a:lstStyle/>
          <a:p>
            <a:pPr lvl="0" indent="-228600">
              <a:buFont typeface="Arial" panose="020B0604020202020204" pitchFamily="34" charset="0"/>
              <a:buChar char="•"/>
            </a:pPr>
            <a:r>
              <a:rPr lang="en-US" sz="1800" b="1"/>
              <a:t>Auth:</a:t>
            </a:r>
            <a:r>
              <a:rPr lang="en-US" sz="1800"/>
              <a:t> POST /register, POST /login</a:t>
            </a:r>
          </a:p>
          <a:p>
            <a:pPr lvl="0" indent="-228600">
              <a:buFont typeface="Arial" panose="020B0604020202020204" pitchFamily="34" charset="0"/>
              <a:buChar char="•"/>
            </a:pPr>
            <a:r>
              <a:rPr lang="en-US" sz="1800" b="1"/>
              <a:t>Events:</a:t>
            </a:r>
            <a:r>
              <a:rPr lang="en-US" sz="1800"/>
              <a:t> GET, POST, PUT, DELETE /api/Events</a:t>
            </a:r>
          </a:p>
          <a:p>
            <a:pPr lvl="0" indent="-228600">
              <a:buFont typeface="Arial" panose="020B0604020202020204" pitchFamily="34" charset="0"/>
              <a:buChar char="•"/>
            </a:pPr>
            <a:r>
              <a:rPr lang="en-US" sz="1800" b="1"/>
              <a:t>Categories:</a:t>
            </a:r>
            <a:r>
              <a:rPr lang="en-US" sz="1800"/>
              <a:t> GET, POST, PUT, DELETE /api/Categories</a:t>
            </a:r>
          </a:p>
          <a:p>
            <a:pPr lvl="0" indent="-228600">
              <a:buFont typeface="Arial" panose="020B0604020202020204" pitchFamily="34" charset="0"/>
              <a:buChar char="•"/>
            </a:pPr>
            <a:r>
              <a:rPr lang="en-US" sz="1800" b="1"/>
              <a:t>Enrollments:</a:t>
            </a:r>
            <a:r>
              <a:rPr lang="en-US" sz="1800"/>
              <a:t> POST /api/Enrollments (Links Participant to Category)</a:t>
            </a:r>
          </a:p>
          <a:p>
            <a:pPr lvl="0" indent="-228600">
              <a:buFont typeface="Arial" panose="020B0604020202020204" pitchFamily="34" charset="0"/>
              <a:buChar char="•"/>
            </a:pPr>
            <a:r>
              <a:rPr lang="en-US" sz="1800" b="1"/>
              <a:t>Results:</a:t>
            </a:r>
            <a:r>
              <a:rPr lang="en-US" sz="1800"/>
              <a:t> POST /api/Results (Records finish time and position)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A30ADC30-4FF5-B590-7C1D-BEFC3E0DEC6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3" b="1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8281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36D55D-5515-DA0C-2923-A7499EA58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ZA" sz="5400" b="1"/>
              <a:t>Challenges &amp; Solutions</a:t>
            </a:r>
            <a:br>
              <a:rPr lang="en-ZA" sz="5400" b="1"/>
            </a:br>
            <a:endParaRPr lang="en-ZA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7AF8D-42B6-4FAA-E643-02141FB5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lvl="0"/>
            <a:r>
              <a:rPr lang="en-ZA" sz="2000" b="1"/>
              <a:t>Challenge 1: Circular References in JSON</a:t>
            </a:r>
            <a:endParaRPr lang="en-ZA" sz="2000"/>
          </a:p>
          <a:p>
            <a:pPr lvl="1"/>
            <a:r>
              <a:rPr lang="en-ZA" sz="2000" i="1"/>
              <a:t>Issue:</a:t>
            </a:r>
            <a:r>
              <a:rPr lang="en-ZA" sz="2000"/>
              <a:t> Event -&gt; Category -&gt; Event caused an infinite loop crash (500 Error).</a:t>
            </a:r>
          </a:p>
          <a:p>
            <a:pPr lvl="1"/>
            <a:r>
              <a:rPr lang="en-ZA" sz="2000" i="1"/>
              <a:t>Solution:</a:t>
            </a:r>
            <a:r>
              <a:rPr lang="en-ZA" sz="2000"/>
              <a:t> Configured ReferenceHandler.IgnoreCycles in Program.cs.</a:t>
            </a:r>
          </a:p>
          <a:p>
            <a:pPr lvl="0"/>
            <a:r>
              <a:rPr lang="en-ZA" sz="2000" b="1"/>
              <a:t>Challenge 2: Foreign Key Constraints</a:t>
            </a:r>
            <a:endParaRPr lang="en-ZA" sz="2000"/>
          </a:p>
          <a:p>
            <a:pPr lvl="1"/>
            <a:r>
              <a:rPr lang="en-ZA" sz="2000" i="1"/>
              <a:t>Issue:</a:t>
            </a:r>
            <a:r>
              <a:rPr lang="en-ZA" sz="2000"/>
              <a:t> SQLite rejected data if parent records (like Organisers) didn't exist first.</a:t>
            </a:r>
          </a:p>
          <a:p>
            <a:pPr lvl="1"/>
            <a:r>
              <a:rPr lang="en-ZA" sz="2000" i="1"/>
              <a:t>Solution:</a:t>
            </a:r>
            <a:r>
              <a:rPr lang="en-ZA" sz="2000"/>
              <a:t> Adjusted the Registration logic to automatically create Organiser/Participant profiles immediately after User creation.</a:t>
            </a:r>
          </a:p>
          <a:p>
            <a:pPr lvl="0"/>
            <a:r>
              <a:rPr lang="en-ZA" sz="2000" b="1"/>
              <a:t>Challenge 3: Role Conflicts</a:t>
            </a:r>
            <a:endParaRPr lang="en-ZA" sz="2000"/>
          </a:p>
          <a:p>
            <a:pPr lvl="1"/>
            <a:r>
              <a:rPr lang="en-ZA" sz="2000" i="1"/>
              <a:t>Issue:</a:t>
            </a:r>
            <a:r>
              <a:rPr lang="en-ZA" sz="2000"/>
              <a:t> 403 Forbidden errors when testing endpoints.</a:t>
            </a:r>
          </a:p>
          <a:p>
            <a:pPr lvl="1"/>
            <a:r>
              <a:rPr lang="en-ZA" sz="2000" i="1"/>
              <a:t>Solution:</a:t>
            </a:r>
            <a:r>
              <a:rPr lang="en-ZA" sz="2000"/>
              <a:t> Strictly separated workflows: Organisers manage data, Participants consume data.</a:t>
            </a:r>
          </a:p>
          <a:p>
            <a:endParaRPr lang="en-ZA" sz="2000"/>
          </a:p>
        </p:txBody>
      </p:sp>
      <p:pic>
        <p:nvPicPr>
          <p:cNvPr id="7" name="Video 6">
            <a:hlinkClick r:id="" action="ppaction://media"/>
            <a:extLst>
              <a:ext uri="{FF2B5EF4-FFF2-40B4-BE49-F238E27FC236}">
                <a16:creationId xmlns:a16="http://schemas.microsoft.com/office/drawing/2014/main" id="{90B80144-8801-9ED4-60DF-4CBC0650CD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79219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539"/>
    </mc:Choice>
    <mc:Fallback>
      <p:transition spd="slow" advTm="495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3769EE-8FDE-1AE4-A873-B231E3DDE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/>
              <a:t>Demonstration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6329F-E119-9F9B-237E-AAD249889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0339" y="4636008"/>
            <a:ext cx="3734014" cy="15727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/>
              <a:t>Successful Login returning a JWT Token.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AABF3A7-53DD-B982-301D-BE9CF124CB5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65" r="13191" b="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9" name="Video 8">
            <a:hlinkClick r:id="" action="ppaction://media"/>
            <a:extLst>
              <a:ext uri="{FF2B5EF4-FFF2-40B4-BE49-F238E27FC236}">
                <a16:creationId xmlns:a16="http://schemas.microsoft.com/office/drawing/2014/main" id="{F606B9A2-90EA-B054-9450-F33CEFEFA5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86866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87"/>
    </mc:Choice>
    <mc:Fallback>
      <p:transition spd="slow" advTm="116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B735CE-3E36-F8FE-D998-96E2FC419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/>
              <a:t>Continuation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90EC2-9EF8-6CDC-26F5-4EC36C810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0339" y="4636008"/>
            <a:ext cx="3734014" cy="15727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/>
              <a:t>Creating a Race Event (200 Created).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043AB49-6B59-5796-E41C-43462348AC6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65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9" name="Video 8">
            <a:hlinkClick r:id="" action="ppaction://media"/>
            <a:extLst>
              <a:ext uri="{FF2B5EF4-FFF2-40B4-BE49-F238E27FC236}">
                <a16:creationId xmlns:a16="http://schemas.microsoft.com/office/drawing/2014/main" id="{26328C56-00A9-305D-524E-CBBE6F317B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2605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75"/>
    </mc:Choice>
    <mc:Fallback>
      <p:transition spd="slow" advTm="93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BB77F-C714-DF46-7FF3-FAE939E1A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Continued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89402-B552-66CA-6CC7-5BB61E2DD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0339" y="4636008"/>
            <a:ext cx="3734014" cy="15727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/>
              <a:t>A Participant enrolling in a Category.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1D43760-3B8D-26D5-91A7-CECC3BA41FB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1" b="-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9" name="Video 8">
            <a:hlinkClick r:id="" action="ppaction://media"/>
            <a:extLst>
              <a:ext uri="{FF2B5EF4-FFF2-40B4-BE49-F238E27FC236}">
                <a16:creationId xmlns:a16="http://schemas.microsoft.com/office/drawing/2014/main" id="{004EFF2C-9674-EA48-C649-A3D2F31D374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88524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90"/>
    </mc:Choice>
    <mc:Fallback>
      <p:transition spd="slow" advTm="93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C162A-91C9-F273-0455-F38224FF5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/>
              <a:t>Demonstration done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2ACFC-B641-C59D-C635-2CAAB30F9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0339" y="4636008"/>
            <a:ext cx="3734014" cy="15727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/>
              <a:t>The GET /api/Events response showing nested Categories.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9AB9658-56B7-EA35-FBBA-4D4F496CA3D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63" b="-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17" name="Video 16">
            <a:hlinkClick r:id="" action="ppaction://media"/>
            <a:extLst>
              <a:ext uri="{FF2B5EF4-FFF2-40B4-BE49-F238E27FC236}">
                <a16:creationId xmlns:a16="http://schemas.microsoft.com/office/drawing/2014/main" id="{B88ADBB7-AC9A-D4AE-B461-C950A7CF030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9103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932"/>
    </mc:Choice>
    <mc:Fallback>
      <p:transition spd="slow" advTm="119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0A803-DCF3-F510-2160-F6366004E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>
            <a:normAutofit/>
          </a:bodyPr>
          <a:lstStyle/>
          <a:p>
            <a:r>
              <a:rPr lang="en-ZA" sz="3200" dirty="0"/>
              <a:t>Conclusion</a:t>
            </a:r>
          </a:p>
        </p:txBody>
      </p:sp>
      <p:pic>
        <p:nvPicPr>
          <p:cNvPr id="13" name="Picture 12" descr="Drawings on colorful paper">
            <a:extLst>
              <a:ext uri="{FF2B5EF4-FFF2-40B4-BE49-F238E27FC236}">
                <a16:creationId xmlns:a16="http://schemas.microsoft.com/office/drawing/2014/main" id="{49DB4502-BA8E-4A09-0AF3-E1A8469F33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03" r="35059" b="-1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387CA-FE55-3EC3-B802-22340BC98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pPr lvl="0"/>
            <a:r>
              <a:rPr lang="en-ZA" sz="2000" b="1"/>
              <a:t>Summary:</a:t>
            </a:r>
            <a:r>
              <a:rPr lang="en-ZA" sz="2000"/>
              <a:t> Successfully built a secure, relational API with role-based access control.</a:t>
            </a:r>
          </a:p>
          <a:p>
            <a:pPr lvl="0"/>
            <a:r>
              <a:rPr lang="en-ZA" sz="2000" b="1"/>
              <a:t>Future Improvements:</a:t>
            </a:r>
            <a:endParaRPr lang="en-ZA" sz="2000"/>
          </a:p>
          <a:p>
            <a:pPr lvl="1"/>
            <a:r>
              <a:rPr lang="en-ZA" sz="2000"/>
              <a:t>Integrate a Payment Gateway (e.g., PayFast) for enrollment fees.</a:t>
            </a:r>
          </a:p>
          <a:p>
            <a:pPr lvl="1"/>
            <a:r>
              <a:rPr lang="en-ZA" sz="2000"/>
              <a:t>Add Email Notifications for race confirmations.</a:t>
            </a:r>
          </a:p>
          <a:p>
            <a:pPr lvl="1"/>
            <a:r>
              <a:rPr lang="en-ZA" sz="2000"/>
              <a:t>Implement file uploads for race banners and participant profiles.</a:t>
            </a:r>
          </a:p>
          <a:p>
            <a:endParaRPr lang="en-ZA" sz="2000"/>
          </a:p>
        </p:txBody>
      </p:sp>
      <p:pic>
        <p:nvPicPr>
          <p:cNvPr id="7" name="Video 6">
            <a:hlinkClick r:id="" action="ppaction://media"/>
            <a:extLst>
              <a:ext uri="{FF2B5EF4-FFF2-40B4-BE49-F238E27FC236}">
                <a16:creationId xmlns:a16="http://schemas.microsoft.com/office/drawing/2014/main" id="{0E5196A5-E999-659D-4B9C-7F427C02646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81421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972"/>
    </mc:Choice>
    <mc:Fallback>
      <p:transition spd="slow" advTm="229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503</Words>
  <Application>Microsoft Office PowerPoint</Application>
  <PresentationFormat>Widescreen</PresentationFormat>
  <Paragraphs>63</Paragraphs>
  <Slides>12</Slides>
  <Notes>0</Notes>
  <HiddenSlides>0</HiddenSlides>
  <MMClips>11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RaceDayAPI</vt:lpstr>
      <vt:lpstr>Project Overview</vt:lpstr>
      <vt:lpstr>Technology Stack</vt:lpstr>
      <vt:lpstr>Database Design (Models)</vt:lpstr>
      <vt:lpstr>Security &amp; Authentication </vt:lpstr>
      <vt:lpstr>API Endpoints Overview </vt:lpstr>
      <vt:lpstr>Challenges &amp; Solutions </vt:lpstr>
      <vt:lpstr>Demonstration</vt:lpstr>
      <vt:lpstr>Continuation</vt:lpstr>
      <vt:lpstr>Continued</vt:lpstr>
      <vt:lpstr>Demonstration done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Boikanyo Pearl Maleka</dc:creator>
  <cp:lastModifiedBy>Boikanyo Pearl Maleka</cp:lastModifiedBy>
  <cp:revision>2</cp:revision>
  <dcterms:created xsi:type="dcterms:W3CDTF">2026-10-15T10:50:39Z</dcterms:created>
  <dcterms:modified xsi:type="dcterms:W3CDTF">2026-10-15T11:50:52Z</dcterms:modified>
</cp:coreProperties>
</file>